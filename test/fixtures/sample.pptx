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ZEBRAFISH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Cross-check R&amp;D spend &lt; 5% against the compliance register.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